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4" r:id="rId9"/>
    <p:sldId id="265" r:id="rId10"/>
    <p:sldId id="266" r:id="rId11"/>
    <p:sldId id="267" r:id="rId12"/>
    <p:sldId id="270" r:id="rId13"/>
    <p:sldId id="271" r:id="rId14"/>
    <p:sldId id="272" r:id="rId15"/>
    <p:sldId id="280" r:id="rId16"/>
    <p:sldId id="281" r:id="rId17"/>
    <p:sldId id="282" r:id="rId18"/>
    <p:sldId id="283" r:id="rId19"/>
    <p:sldId id="273" r:id="rId20"/>
    <p:sldId id="274" r:id="rId21"/>
    <p:sldId id="275" r:id="rId22"/>
    <p:sldId id="276" r:id="rId23"/>
    <p:sldId id="284" r:id="rId24"/>
    <p:sldId id="285" r:id="rId25"/>
    <p:sldId id="286" r:id="rId26"/>
    <p:sldId id="287" r:id="rId27"/>
    <p:sldId id="289" r:id="rId28"/>
    <p:sldId id="288" r:id="rId29"/>
    <p:sldId id="277" r:id="rId30"/>
    <p:sldId id="278" r:id="rId31"/>
    <p:sldId id="279" r:id="rId32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1D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4" autoAdjust="0"/>
    <p:restoredTop sz="79895"/>
  </p:normalViewPr>
  <p:slideViewPr>
    <p:cSldViewPr snapToGrid="0">
      <p:cViewPr>
        <p:scale>
          <a:sx n="66" d="100"/>
          <a:sy n="66" d="100"/>
        </p:scale>
        <p:origin x="1112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281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B7E44A-2796-A448-A809-412E42B600F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0D0B0C-895D-A741-978A-D94F3E85C73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9FAA01A3-E2E1-B046-AD82-0E423908EC68}" type="datetimeFigureOut">
              <a:rPr lang="en-US"/>
              <a:pPr>
                <a:defRPr/>
              </a:pPr>
              <a:t>6/21/2026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B6C77B0-BE65-E840-BD25-F6DD6FEF60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0F85A73-6438-8542-8FBD-99F8E29AC0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ED693-5682-6C4D-A42E-2244674AB8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85578-F1BD-7941-BDE9-F4AFC97FF3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7C865439-731A-7A44-BC47-F5EBE1510B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>
            <a:extLst>
              <a:ext uri="{FF2B5EF4-FFF2-40B4-BE49-F238E27FC236}">
                <a16:creationId xmlns:a16="http://schemas.microsoft.com/office/drawing/2014/main" id="{C15DD3AA-88EC-1E45-AEB7-6D8E0B530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8" name="Notes Placeholder 2">
            <a:extLst>
              <a:ext uri="{FF2B5EF4-FFF2-40B4-BE49-F238E27FC236}">
                <a16:creationId xmlns:a16="http://schemas.microsoft.com/office/drawing/2014/main" id="{62BF1496-0106-BF45-8AE4-763C5BD53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171450" indent="-171450">
              <a:spcBef>
                <a:spcPct val="0"/>
              </a:spcBef>
              <a:buFontTx/>
              <a:buChar char="-"/>
            </a:pPr>
            <a:endParaRPr lang="en-MY" altLang="en-US"/>
          </a:p>
          <a:p>
            <a:pPr marL="171450" indent="-171450">
              <a:spcBef>
                <a:spcPct val="0"/>
              </a:spcBef>
              <a:buFontTx/>
              <a:buChar char="-"/>
            </a:pPr>
            <a:endParaRPr lang="en-US" altLang="en-US"/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7CE56603-3A71-D149-9D9C-CCAD445BD0C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1D333FC-F065-FE49-B2C6-547829BD48B6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>
            <a:extLst>
              <a:ext uri="{FF2B5EF4-FFF2-40B4-BE49-F238E27FC236}">
                <a16:creationId xmlns:a16="http://schemas.microsoft.com/office/drawing/2014/main" id="{9DB2D8A4-9957-2545-9749-AE237CF1CE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6" name="Notes Placeholder 2">
            <a:extLst>
              <a:ext uri="{FF2B5EF4-FFF2-40B4-BE49-F238E27FC236}">
                <a16:creationId xmlns:a16="http://schemas.microsoft.com/office/drawing/2014/main" id="{25912247-BF67-8A41-B0EB-0AD210570D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/>
              <a:t>https://engineering.utm.my/computing/psm/psm-1/</a:t>
            </a:r>
          </a:p>
          <a:p>
            <a:pPr>
              <a:spcBef>
                <a:spcPct val="0"/>
              </a:spcBef>
            </a:pPr>
            <a:endParaRPr lang="en-US" altLang="en-US"/>
          </a:p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36867" name="Slide Number Placeholder 3">
            <a:extLst>
              <a:ext uri="{FF2B5EF4-FFF2-40B4-BE49-F238E27FC236}">
                <a16:creationId xmlns:a16="http://schemas.microsoft.com/office/drawing/2014/main" id="{A86C840C-1FDA-FD41-989F-DA7C0A3F49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40D6333-9C40-3A44-B9F6-E11C9B08A64B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6AC0B-CEC1-5345-876A-DA3DC6B9C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C0560-C47C-6649-A12E-3B61E2D4AC28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5C5F9-FAAD-F34D-9EEC-B0A11EF1F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D285A-88B7-B146-8870-D6DD87A8D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E71BB-4771-2D48-AB27-A10F974660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66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50448-6B94-9B43-9D83-BCB853056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6BF2F7-72DA-D747-B8E3-0EA76D888BAB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B8E41-FB79-FE47-9985-F5414D1E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3D7A-0FAB-A445-BAE2-746364BF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56E91-8DD8-CB4F-8717-4B202AE431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417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D33C3-1668-A04F-B5A8-C21BB860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E889F-53E1-B545-9BD4-B54B4CB290E9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B31D2-40B2-C54F-BB66-0AB8D3B79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E9B50-0BA5-794E-B8E8-52130E50D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BDD11-724A-5046-8BCE-B9FD25C546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96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EEB2CA-8169-2E4E-961B-5C1ED76B1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D758F0-DD9C-DB4C-9D47-C6DB0997BFF3}" type="datetime1">
              <a:rPr lang="en-MY" smtClean="0"/>
              <a:t>21/6/2026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6E3DCFA-416C-9D44-9C80-AAC2CE1EE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716D591-BFA3-5643-AD0D-EB3EDBDD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BE0FF-A216-0448-A827-D0BB2196DE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39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46C6C9-C791-674E-90BB-7775FE4D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DDAF6-77E1-7349-A6ED-8CDFDF897AA0}" type="datetime1">
              <a:rPr lang="en-MY" smtClean="0"/>
              <a:t>21/6/2026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EBCB82E-8DC9-3B4B-90EB-889151BEB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E2525A6-56CB-9149-8413-7D83EB41A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079067-BE0E-0345-90AD-DC8C760A36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414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6A06B86C-1B9E-3948-8146-1C5BE6CBA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33CEE9-EB33-EC41-9BE7-9AD06B9644EA}" type="datetime1">
              <a:rPr lang="en-MY" smtClean="0"/>
              <a:t>21/6/2026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54FAE20-F8A1-484C-928D-9784A6446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84461D-789D-4C47-AD9C-DFD01102D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E8DB84-4DED-574E-B8E4-3F62E3CFDA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74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BA96D05-CF38-6F41-ABDF-4511A36E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3F7A2-C409-4A43-9248-8DFB2845E2C3}" type="datetime1">
              <a:rPr lang="en-MY" smtClean="0"/>
              <a:t>21/6/2026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63B3C67-DBEB-1E42-A864-A4885B80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C0FC28E-8DD6-4D4A-AA99-61EBE8432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E59FC-1298-EB48-9193-89A3AB1F9A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41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4D95F1F-147F-0146-9AD4-CEBB065A9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F415CA-4A01-B646-8C87-EEEFB04FDF07}" type="datetime1">
              <a:rPr lang="en-MY" smtClean="0"/>
              <a:t>21/6/2026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9625ED-7FFD-784A-97FB-FF5B81B1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7E017A9-1445-A74F-A986-D9CF6799F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FEB1E1-8AAA-A048-A58A-915E5D470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67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FA4E43A-846E-B942-9D36-DEEEF1EFE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CCDF64-6863-294C-B462-A95E8C9370E9}" type="datetime1">
              <a:rPr lang="en-MY" smtClean="0"/>
              <a:t>21/6/2026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D1FB04-2A92-0440-97DF-A2BC564E9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2629B72-5AC0-4B40-9569-7C26EE68B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FD989-200E-4E4E-A30B-7146FAF5C1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485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377A8-0C7F-8848-AEB8-FE3FC16CF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8D569-A937-8648-B8D6-74730EA915C9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702E9-6F46-5146-BFE1-898EEEF31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C6634-31A6-BA43-A167-C2185C272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B8B50-3798-6547-8782-FF82EEC331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99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B8AA7-2DC4-1440-A066-0D77E5770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BB068-DE33-B74A-B365-B349655278F8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CC1DC-BD32-C443-BF96-C3C1BC895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4B762-B3DB-184D-90A3-5A361184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473BA1-5E39-EF4E-88CC-FB6A95F4DC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9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2">
            <a:extLst>
              <a:ext uri="{FF2B5EF4-FFF2-40B4-BE49-F238E27FC236}">
                <a16:creationId xmlns:a16="http://schemas.microsoft.com/office/drawing/2014/main" id="{FAC911FD-BA18-C646-ADFB-5026EBF4BBA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>
            <a:extLst>
              <a:ext uri="{FF2B5EF4-FFF2-40B4-BE49-F238E27FC236}">
                <a16:creationId xmlns:a16="http://schemas.microsoft.com/office/drawing/2014/main" id="{22685850-E511-8D48-A07B-FF9594A14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Text Placeholder 2">
            <a:extLst>
              <a:ext uri="{FF2B5EF4-FFF2-40B4-BE49-F238E27FC236}">
                <a16:creationId xmlns:a16="http://schemas.microsoft.com/office/drawing/2014/main" id="{CC7FD0A6-ED8D-CC43-BC6A-C47DEAAA0D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E8802-99DC-534A-AF29-EDC94B9CFF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083816C-F657-6D44-B887-15F23335D6AD}" type="datetime1">
              <a:rPr lang="en-MY" smtClean="0"/>
              <a:t>21/6/2026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49D0C-EDAA-8140-A722-0AD968261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01A96-B640-9846-A96F-AD71468D6B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52310" y="-825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771D3E"/>
                </a:solidFill>
                <a:latin typeface="+mn-lt"/>
              </a:defRPr>
            </a:lvl1pPr>
          </a:lstStyle>
          <a:p>
            <a:pPr>
              <a:defRPr/>
            </a:pPr>
            <a:fld id="{DB01B672-90C9-6D42-96F9-411D21DAAC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extBox 1">
            <a:extLst>
              <a:ext uri="{FF2B5EF4-FFF2-40B4-BE49-F238E27FC236}">
                <a16:creationId xmlns:a16="http://schemas.microsoft.com/office/drawing/2014/main" id="{86C7DFAC-195D-0446-986C-82C7871E40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52563"/>
            <a:ext cx="9144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800" b="1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HOMESTAY BOOKING SYSTEM (</a:t>
            </a:r>
            <a:r>
              <a:rPr lang="en-US" altLang="en-US" sz="2800" b="1" dirty="0" err="1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HomeLodge</a:t>
            </a:r>
            <a:r>
              <a:rPr lang="en-US" altLang="en-US" sz="2800" b="1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)</a:t>
            </a:r>
          </a:p>
        </p:txBody>
      </p:sp>
      <p:sp>
        <p:nvSpPr>
          <p:cNvPr id="13314" name="TextBox 2">
            <a:extLst>
              <a:ext uri="{FF2B5EF4-FFF2-40B4-BE49-F238E27FC236}">
                <a16:creationId xmlns:a16="http://schemas.microsoft.com/office/drawing/2014/main" id="{70E4A7D5-0F76-3943-9045-4541793A45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20975"/>
            <a:ext cx="9144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200" i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by</a:t>
            </a:r>
            <a:r>
              <a:rPr lang="en-US" altLang="en-US" sz="22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</a:p>
          <a:p>
            <a:pPr algn="ctr"/>
            <a:r>
              <a:rPr lang="en-US" altLang="en-US" sz="22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Aisyah Umairah binti </a:t>
            </a:r>
            <a:r>
              <a:rPr lang="en-US" altLang="en-US" sz="2200" dirty="0" err="1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Azmir</a:t>
            </a:r>
            <a:endParaRPr lang="en-US" altLang="en-US" sz="2200" dirty="0">
              <a:solidFill>
                <a:srgbClr val="76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3315" name="TextBox 3">
            <a:extLst>
              <a:ext uri="{FF2B5EF4-FFF2-40B4-BE49-F238E27FC236}">
                <a16:creationId xmlns:a16="http://schemas.microsoft.com/office/drawing/2014/main" id="{1E9601D0-CB6A-1E4F-B8B2-CE13A7B31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30675"/>
            <a:ext cx="91440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200" i="1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Supervisor</a:t>
            </a:r>
            <a:r>
              <a:rPr lang="en-US" altLang="en-US" sz="22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: </a:t>
            </a:r>
          </a:p>
          <a:p>
            <a:pPr algn="ctr"/>
            <a:r>
              <a:rPr lang="en-US" altLang="en-US" sz="22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Dr. </a:t>
            </a:r>
            <a:r>
              <a:rPr lang="en-US" altLang="en-US" sz="2200" dirty="0" err="1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Zalmiyah</a:t>
            </a:r>
            <a:r>
              <a:rPr lang="en-US" altLang="en-US" sz="22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binti Zakaria</a:t>
            </a:r>
          </a:p>
        </p:txBody>
      </p:sp>
      <p:sp>
        <p:nvSpPr>
          <p:cNvPr id="13316" name="TextBox 4">
            <a:extLst>
              <a:ext uri="{FF2B5EF4-FFF2-40B4-BE49-F238E27FC236}">
                <a16:creationId xmlns:a16="http://schemas.microsoft.com/office/drawing/2014/main" id="{3B48FD71-13F3-6A4E-91B9-E57EAC1621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568950"/>
            <a:ext cx="9144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200">
                <a:latin typeface="Microsoft Sans Serif" panose="020B0604020202020204" pitchFamily="34" charset="0"/>
                <a:cs typeface="Microsoft Sans Serif" panose="020B0604020202020204" pitchFamily="34" charset="0"/>
              </a:rPr>
              <a:t>17 July 2021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4DA9A-068C-9E40-98C4-3AEA35814859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itle 1">
            <a:extLst>
              <a:ext uri="{FF2B5EF4-FFF2-40B4-BE49-F238E27FC236}">
                <a16:creationId xmlns:a16="http://schemas.microsoft.com/office/drawing/2014/main" id="{8FDE6F1A-F070-904E-B4ED-843E3C98B1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1038225"/>
          </a:xfrm>
        </p:spPr>
        <p:txBody>
          <a:bodyPr/>
          <a:lstStyle/>
          <a:p>
            <a:pPr eaLnBrk="1" hangingPunct="1"/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Presentation Outlines</a:t>
            </a:r>
          </a:p>
        </p:txBody>
      </p:sp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1F0C4254-53AA-7E46-B78E-1422E41A41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2020888"/>
            <a:ext cx="7886700" cy="4351337"/>
          </a:xfrm>
        </p:spPr>
        <p:txBody>
          <a:bodyPr/>
          <a:lstStyle/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Introduction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Problem Background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Project Aim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Literature Reviews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Methodology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Software/Hardware Requirement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Initial Finding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PSM2 Planning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r>
              <a:rPr lang="en-US" altLang="en-US" sz="22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Conclusion</a:t>
            </a:r>
          </a:p>
          <a:p>
            <a:pPr marL="457200" indent="-457200" eaLnBrk="1" hangingPunct="1">
              <a:buFont typeface="Calibri Light" panose="020F0302020204030204" pitchFamily="34" charset="0"/>
              <a:buAutoNum type="arabicParenR"/>
            </a:pPr>
            <a:endParaRPr lang="en-US" altLang="en-US" sz="2200">
              <a:solidFill>
                <a:srgbClr val="76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CFE253-B8E8-FC42-A9A5-48CFCA043C42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81DE300-5FE4-0F46-8A9A-E05592EB7A29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93AA8A-1194-EC41-BCE1-86F24309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41" name="Picture 4">
            <a:extLst>
              <a:ext uri="{FF2B5EF4-FFF2-40B4-BE49-F238E27FC236}">
                <a16:creationId xmlns:a16="http://schemas.microsoft.com/office/drawing/2014/main" id="{1A81A842-DA7F-9A40-8180-BE8FC19766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225"/>
            <a:ext cx="9144000" cy="655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1267C3-8317-0645-AFDA-0287C3FF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091B6-C6CA-2F43-A3A6-A3BE653DD0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5362" name="Title 1">
            <a:extLst>
              <a:ext uri="{FF2B5EF4-FFF2-40B4-BE49-F238E27FC236}">
                <a16:creationId xmlns:a16="http://schemas.microsoft.com/office/drawing/2014/main" id="{B821BC73-4326-FA4E-B5A5-C0DE4763F9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5363" name="Title 1">
            <a:extLst>
              <a:ext uri="{FF2B5EF4-FFF2-40B4-BE49-F238E27FC236}">
                <a16:creationId xmlns:a16="http://schemas.microsoft.com/office/drawing/2014/main" id="{84EA59EB-286E-4945-A337-0A66191B64C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1A2A141-956F-8741-B06B-A5460D512985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EA2368-0C18-A740-8FE9-AE787CAF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3546AFB1-492A-D14E-AA25-4A1E470E9F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6386" name="Title 1">
            <a:extLst>
              <a:ext uri="{FF2B5EF4-FFF2-40B4-BE49-F238E27FC236}">
                <a16:creationId xmlns:a16="http://schemas.microsoft.com/office/drawing/2014/main" id="{DAD6C38C-C5B5-B046-9015-1A16C624DCAC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(2) Problem Background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7079A8-6C75-8C46-8CCF-7614CF5CA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0025" y="1825625"/>
            <a:ext cx="7045325" cy="4351338"/>
          </a:xfrm>
        </p:spPr>
        <p:txBody>
          <a:bodyPr/>
          <a:lstStyle/>
          <a:p>
            <a:pPr marL="571500" indent="-571500" eaLnBrk="1" hangingPunct="1">
              <a:spcAft>
                <a:spcPts val="1000"/>
              </a:spcAft>
              <a:buFont typeface="+mj-lt"/>
              <a:buAutoNum type="romanUcPeriod"/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129DEE-EAD8-9F44-93D6-FFC4ED7E011E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27FE25-539A-F947-B82D-30E4FF398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164BA058-4B5C-BF45-8C35-06C8E4F8A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7410" name="Title 1">
            <a:extLst>
              <a:ext uri="{FF2B5EF4-FFF2-40B4-BE49-F238E27FC236}">
                <a16:creationId xmlns:a16="http://schemas.microsoft.com/office/drawing/2014/main" id="{8ADA2FDD-AE3C-BE40-9FDD-724A82AD1D4E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(3) Project Aim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A829BA-98C3-6E4E-8DCE-808244566C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8" y="2662238"/>
            <a:ext cx="7078662" cy="2611437"/>
          </a:xfrm>
        </p:spPr>
        <p:txBody>
          <a:bodyPr/>
          <a:lstStyle/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0" indent="0" eaLnBrk="1" hangingPunct="1">
              <a:buFont typeface="Arial" panose="020B0604020202020204" pitchFamily="34" charset="0"/>
              <a:buNone/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532148-D9B0-4B4A-9A91-CDF128A2D29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36E1DB-EF1C-F94F-9EC2-BD5DE45F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A0ABD6CA-84A3-6E4C-B103-7B49D0ADD4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8434" name="Title 1">
            <a:extLst>
              <a:ext uri="{FF2B5EF4-FFF2-40B4-BE49-F238E27FC236}">
                <a16:creationId xmlns:a16="http://schemas.microsoft.com/office/drawing/2014/main" id="{C36BCA40-8AD0-2845-90D5-6994F44C66BD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(3)</a:t>
            </a: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Project Objectives: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A87A89-856A-2C4A-BF20-36D17A2061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220913"/>
            <a:ext cx="7062787" cy="3956050"/>
          </a:xfrm>
        </p:spPr>
        <p:txBody>
          <a:bodyPr/>
          <a:lstStyle/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C553D4-8F58-4445-90BA-A2449A5AEC6C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EE0539-F47D-584E-8925-07877BE68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1">
            <a:extLst>
              <a:ext uri="{FF2B5EF4-FFF2-40B4-BE49-F238E27FC236}">
                <a16:creationId xmlns:a16="http://schemas.microsoft.com/office/drawing/2014/main" id="{8D139B23-5392-0546-835C-6A107585C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19458" name="Title 1">
            <a:extLst>
              <a:ext uri="{FF2B5EF4-FFF2-40B4-BE49-F238E27FC236}">
                <a16:creationId xmlns:a16="http://schemas.microsoft.com/office/drawing/2014/main" id="{A5F3F925-E333-5B4D-A620-E6DC1AA287FC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(3)</a:t>
            </a: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 Project Scopes: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1705781-23D9-274F-BA6A-7F5997EDA1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220913"/>
            <a:ext cx="7062787" cy="3956050"/>
          </a:xfrm>
        </p:spPr>
        <p:txBody>
          <a:bodyPr/>
          <a:lstStyle/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marL="571500" indent="-571500" eaLnBrk="1" hangingPunct="1">
              <a:spcAft>
                <a:spcPts val="1000"/>
              </a:spcAft>
              <a:buFont typeface="Calibri Light" panose="020F0302020204030204" pitchFamily="34" charset="0"/>
              <a:buAutoNum type="romanUcPeriod"/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A5ACF7-5323-7E45-BDEC-EFA9F59D7964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2707B6-E86A-4840-9D13-5BE9826A0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097B3F9B-23D5-BB44-BA0B-FB90DBE4F9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0482" name="Title 1">
            <a:extLst>
              <a:ext uri="{FF2B5EF4-FFF2-40B4-BE49-F238E27FC236}">
                <a16:creationId xmlns:a16="http://schemas.microsoft.com/office/drawing/2014/main" id="{70729DE1-A37F-3F4C-BA99-32F0E779C64E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9140793-8C31-2E4D-AA29-FB5EECF43C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0485" name="Title 1">
            <a:extLst>
              <a:ext uri="{FF2B5EF4-FFF2-40B4-BE49-F238E27FC236}">
                <a16:creationId xmlns:a16="http://schemas.microsoft.com/office/drawing/2014/main" id="{0B501A74-7D8B-A14C-8A66-A575034CB864}"/>
              </a:ext>
            </a:extLst>
          </p:cNvPr>
          <p:cNvSpPr txBox="1">
            <a:spLocks/>
          </p:cNvSpPr>
          <p:nvPr/>
        </p:nvSpPr>
        <p:spPr bwMode="auto">
          <a:xfrm>
            <a:off x="800100" y="1657350"/>
            <a:ext cx="77152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FFC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(a) System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B9914-13B9-D145-9DB6-7C4F5A6C4AA8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7FEB48-E1A1-A245-905C-4681B06A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>
            <a:extLst>
              <a:ext uri="{FF2B5EF4-FFF2-40B4-BE49-F238E27FC236}">
                <a16:creationId xmlns:a16="http://schemas.microsoft.com/office/drawing/2014/main" id="{49A9AE12-BEA0-654C-B340-D5F1BF1EB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E07EF1-C0A5-3F4C-8C4E-65C23B2D379D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5AC90A-0B77-7241-89B5-049E5CCCAB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1895475"/>
            <a:ext cx="7062787" cy="428148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Continue from previous slide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If not use this, just hide or delete this slide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E45AA8-8D74-4543-B4BF-9E57E85B302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FB39BE-69AA-BD4F-9E4E-7981A8C43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F54CF817-EF14-1F4B-88FD-5D18270E8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2530" name="Title 1">
            <a:extLst>
              <a:ext uri="{FF2B5EF4-FFF2-40B4-BE49-F238E27FC236}">
                <a16:creationId xmlns:a16="http://schemas.microsoft.com/office/drawing/2014/main" id="{97252585-5FE7-CB47-B476-08278FE232B5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F25BD10-5F85-0243-A151-E573400005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2533" name="Title 1">
            <a:extLst>
              <a:ext uri="{FF2B5EF4-FFF2-40B4-BE49-F238E27FC236}">
                <a16:creationId xmlns:a16="http://schemas.microsoft.com/office/drawing/2014/main" id="{276947C9-47D1-5648-8900-17862774C10D}"/>
              </a:ext>
            </a:extLst>
          </p:cNvPr>
          <p:cNvSpPr txBox="1">
            <a:spLocks/>
          </p:cNvSpPr>
          <p:nvPr/>
        </p:nvSpPr>
        <p:spPr bwMode="auto">
          <a:xfrm>
            <a:off x="800100" y="1657350"/>
            <a:ext cx="77152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FFC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(b) System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E60754-07C6-1F4E-B514-5AB9AAE91C96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CD945A-FE48-0540-9B33-2E0106C82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130E6CA1-6C9F-1747-A64A-532ABA7A78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E07EF1-C0A5-3F4C-8C4E-65C23B2D379D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E513FBB-09DB-754F-BFA2-C9998F2DDE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1895475"/>
            <a:ext cx="7062787" cy="428148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Continue from previous slide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If not use this, just hide or delete this slide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A31CE5-DCEA-434B-B136-E4324D4078C8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4474C3-4B8C-DE45-BEE9-1B79CA6BC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8CDB752B-93C3-4F44-BF9D-E1389877B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4578" name="Title 1">
            <a:extLst>
              <a:ext uri="{FF2B5EF4-FFF2-40B4-BE49-F238E27FC236}">
                <a16:creationId xmlns:a16="http://schemas.microsoft.com/office/drawing/2014/main" id="{75009257-E31C-604F-B387-F13751EEAA7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BD80A1-7F4D-444D-B4DB-05FFA89D3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581" name="Title 1">
            <a:extLst>
              <a:ext uri="{FF2B5EF4-FFF2-40B4-BE49-F238E27FC236}">
                <a16:creationId xmlns:a16="http://schemas.microsoft.com/office/drawing/2014/main" id="{A6F2F281-6110-0F4C-BEA9-3C28F6969357}"/>
              </a:ext>
            </a:extLst>
          </p:cNvPr>
          <p:cNvSpPr txBox="1">
            <a:spLocks/>
          </p:cNvSpPr>
          <p:nvPr/>
        </p:nvSpPr>
        <p:spPr bwMode="auto">
          <a:xfrm>
            <a:off x="800100" y="1657350"/>
            <a:ext cx="77152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chemeClr val="accent4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(c) System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CA5D12-EE63-0B48-911B-7BC9AFFAD7FE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4EF33D-3483-8647-8E71-3750C8842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>
            <a:extLst>
              <a:ext uri="{FF2B5EF4-FFF2-40B4-BE49-F238E27FC236}">
                <a16:creationId xmlns:a16="http://schemas.microsoft.com/office/drawing/2014/main" id="{84DFACD7-B780-4149-9A33-2E6FF3650B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FE07EF1-C0A5-3F4C-8C4E-65C23B2D379D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5637C3-B01B-DC49-8F72-0CA93313F1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1895475"/>
            <a:ext cx="7062787" cy="428148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Continue from previous slide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If not use this, just hide or delete this slide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0A940A-20AD-9146-B325-F67ED67850F4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1C7096-A71F-584F-88EB-5D3DB849E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6" name="Content Placeholder 4">
            <a:extLst>
              <a:ext uri="{FF2B5EF4-FFF2-40B4-BE49-F238E27FC236}">
                <a16:creationId xmlns:a16="http://schemas.microsoft.com/office/drawing/2014/main" id="{2127EA70-7652-7A4C-A4EF-7338B42D86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0025" y="1825625"/>
            <a:ext cx="7045325" cy="56673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Table: System comparison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01C51D-29C3-AD42-A565-36D87BD4F2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134306"/>
              </p:ext>
            </p:extLst>
          </p:nvPr>
        </p:nvGraphicFramePr>
        <p:xfrm>
          <a:off x="869430" y="2662238"/>
          <a:ext cx="7645919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868">
                  <a:extLst>
                    <a:ext uri="{9D8B030D-6E8A-4147-A177-3AD203B41FA5}">
                      <a16:colId xmlns:a16="http://schemas.microsoft.com/office/drawing/2014/main" val="2143797888"/>
                    </a:ext>
                  </a:extLst>
                </a:gridCol>
                <a:gridCol w="1514007">
                  <a:extLst>
                    <a:ext uri="{9D8B030D-6E8A-4147-A177-3AD203B41FA5}">
                      <a16:colId xmlns:a16="http://schemas.microsoft.com/office/drawing/2014/main" val="1006590330"/>
                    </a:ext>
                  </a:extLst>
                </a:gridCol>
                <a:gridCol w="1484026">
                  <a:extLst>
                    <a:ext uri="{9D8B030D-6E8A-4147-A177-3AD203B41FA5}">
                      <a16:colId xmlns:a16="http://schemas.microsoft.com/office/drawing/2014/main" val="2240372764"/>
                    </a:ext>
                  </a:extLst>
                </a:gridCol>
                <a:gridCol w="1573967">
                  <a:extLst>
                    <a:ext uri="{9D8B030D-6E8A-4147-A177-3AD203B41FA5}">
                      <a16:colId xmlns:a16="http://schemas.microsoft.com/office/drawing/2014/main" val="2957471756"/>
                    </a:ext>
                  </a:extLst>
                </a:gridCol>
                <a:gridCol w="1350051">
                  <a:extLst>
                    <a:ext uri="{9D8B030D-6E8A-4147-A177-3AD203B41FA5}">
                      <a16:colId xmlns:a16="http://schemas.microsoft.com/office/drawing/2014/main" val="434398084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Item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System 1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System 2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System 3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Yours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784443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737699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115357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133102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DC2E1186-A0FB-5543-A051-BB18EE35D99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AF2404-B452-674C-9C30-2F77B84935B5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3D1921-0193-DB40-A78A-4AB6AF667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07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8CDB752B-93C3-4F44-BF9D-E1389877BB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4578" name="Title 1">
            <a:extLst>
              <a:ext uri="{FF2B5EF4-FFF2-40B4-BE49-F238E27FC236}">
                <a16:creationId xmlns:a16="http://schemas.microsoft.com/office/drawing/2014/main" id="{75009257-E31C-604F-B387-F13751EEAA7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BD80A1-7F4D-444D-B4DB-05FFA89D32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4581" name="Title 1">
            <a:extLst>
              <a:ext uri="{FF2B5EF4-FFF2-40B4-BE49-F238E27FC236}">
                <a16:creationId xmlns:a16="http://schemas.microsoft.com/office/drawing/2014/main" id="{A6F2F281-6110-0F4C-BEA9-3C28F6969357}"/>
              </a:ext>
            </a:extLst>
          </p:cNvPr>
          <p:cNvSpPr txBox="1">
            <a:spLocks/>
          </p:cNvSpPr>
          <p:nvPr/>
        </p:nvSpPr>
        <p:spPr bwMode="auto">
          <a:xfrm>
            <a:off x="1452562" y="1657350"/>
            <a:ext cx="7062787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FFC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Technologies: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A0887A-AB24-814D-BB9B-557044DBD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9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DC2E1186-A0FB-5543-A051-BB18EE35D99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Use this label for each figure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3229841"/>
            <a:ext cx="5351489" cy="22824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2C2095B-A3EE-B546-BFCF-117A4CDA14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119193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35414B-113B-3E44-B43E-9EF42B24332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147D4E-999C-554C-8B62-7DF27353F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470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DC2E1186-A0FB-5543-A051-BB18EE35D997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anose="020F0302020204030204" pitchFamily="34" charset="0"/>
              </a:defRPr>
            </a:lvl9pPr>
          </a:lstStyle>
          <a:p>
            <a:pPr defTabSz="914400" eaLnBrk="1" hangingPunct="1">
              <a:defRPr/>
            </a:pPr>
            <a:r>
              <a:rPr lang="en-US" sz="4000" dirty="0">
                <a:solidFill>
                  <a:schemeClr val="bg1">
                    <a:lumMod val="85000"/>
                  </a:schemeClr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(4) Literature Review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The 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3229841"/>
            <a:ext cx="5351489" cy="22824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2C2095B-A3EE-B546-BFCF-117A4CDA14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119193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You may copy paste this slide for extended information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D35A10-BF4E-8542-BCA3-772EE77EB49E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322EBE-A49C-2343-AA16-D8DBAAE7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693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CBD7B-A6C7-DF40-A524-9E0B68A256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6626" name="Title 1">
            <a:extLst>
              <a:ext uri="{FF2B5EF4-FFF2-40B4-BE49-F238E27FC236}">
                <a16:creationId xmlns:a16="http://schemas.microsoft.com/office/drawing/2014/main" id="{9C4A5D38-4DC2-E54F-A61D-F1584452D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6627" name="Title 1">
            <a:extLst>
              <a:ext uri="{FF2B5EF4-FFF2-40B4-BE49-F238E27FC236}">
                <a16:creationId xmlns:a16="http://schemas.microsoft.com/office/drawing/2014/main" id="{F639C795-FE8D-7243-A5E4-A28FE16147A6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(5) Methodology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E90E8D0-9526-1648-B7D2-90CCBA0A86D5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C14DE3-BD23-8949-A00F-8AE476469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>
            <a:extLst>
              <a:ext uri="{FF2B5EF4-FFF2-40B4-BE49-F238E27FC236}">
                <a16:creationId xmlns:a16="http://schemas.microsoft.com/office/drawing/2014/main" id="{F88CDE19-ECD6-2844-B5E1-1CD92A3E1D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7650" name="Title 1">
            <a:extLst>
              <a:ext uri="{FF2B5EF4-FFF2-40B4-BE49-F238E27FC236}">
                <a16:creationId xmlns:a16="http://schemas.microsoft.com/office/drawing/2014/main" id="{D5270DA2-6A16-E943-8F7E-0333801AB334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85153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(6) Software/Hardware Requirement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652" name="Content Placeholder 4">
            <a:extLst>
              <a:ext uri="{FF2B5EF4-FFF2-40B4-BE49-F238E27FC236}">
                <a16:creationId xmlns:a16="http://schemas.microsoft.com/office/drawing/2014/main" id="{BB847DD2-E3BF-FF4C-B6DB-972D88AE6C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0025" y="1825625"/>
            <a:ext cx="7045325" cy="56673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Table: Software requirement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01C51D-29C3-AD42-A565-36D87BD4F2F9}"/>
              </a:ext>
            </a:extLst>
          </p:cNvPr>
          <p:cNvGraphicFramePr>
            <a:graphicFrameLocks noGrp="1"/>
          </p:cNvGraphicFramePr>
          <p:nvPr/>
        </p:nvGraphicFramePr>
        <p:xfrm>
          <a:off x="1470025" y="2662238"/>
          <a:ext cx="6873875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178">
                  <a:extLst>
                    <a:ext uri="{9D8B030D-6E8A-4147-A177-3AD203B41FA5}">
                      <a16:colId xmlns:a16="http://schemas.microsoft.com/office/drawing/2014/main" val="2143797888"/>
                    </a:ext>
                  </a:extLst>
                </a:gridCol>
                <a:gridCol w="4571697">
                  <a:extLst>
                    <a:ext uri="{9D8B030D-6E8A-4147-A177-3AD203B41FA5}">
                      <a16:colId xmlns:a16="http://schemas.microsoft.com/office/drawing/2014/main" val="1006590330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Item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Description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784443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737699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115357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1331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62AC291-0458-D84E-AE79-8B6044C05E02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C00601-82FF-7244-9350-D8D9C8259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8674" name="Title 1">
            <a:extLst>
              <a:ext uri="{FF2B5EF4-FFF2-40B4-BE49-F238E27FC236}">
                <a16:creationId xmlns:a16="http://schemas.microsoft.com/office/drawing/2014/main" id="{CF110F4B-C9BE-614C-857F-AED05153372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85153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(6) Software/Hardware Requirement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76" name="Content Placeholder 4">
            <a:extLst>
              <a:ext uri="{FF2B5EF4-FFF2-40B4-BE49-F238E27FC236}">
                <a16:creationId xmlns:a16="http://schemas.microsoft.com/office/drawing/2014/main" id="{2127EA70-7652-7A4C-A4EF-7338B42D86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70025" y="1825625"/>
            <a:ext cx="7045325" cy="566738"/>
          </a:xfrm>
        </p:spPr>
        <p:txBody>
          <a:bodyPr/>
          <a:lstStyle/>
          <a:p>
            <a:pPr marL="0" indent="0" algn="ctr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Table: Hardware requirement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C01C51D-29C3-AD42-A565-36D87BD4F2F9}"/>
              </a:ext>
            </a:extLst>
          </p:cNvPr>
          <p:cNvGraphicFramePr>
            <a:graphicFrameLocks noGrp="1"/>
          </p:cNvGraphicFramePr>
          <p:nvPr/>
        </p:nvGraphicFramePr>
        <p:xfrm>
          <a:off x="1470025" y="2662238"/>
          <a:ext cx="6873875" cy="1484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2178">
                  <a:extLst>
                    <a:ext uri="{9D8B030D-6E8A-4147-A177-3AD203B41FA5}">
                      <a16:colId xmlns:a16="http://schemas.microsoft.com/office/drawing/2014/main" val="2143797888"/>
                    </a:ext>
                  </a:extLst>
                </a:gridCol>
                <a:gridCol w="4571697">
                  <a:extLst>
                    <a:ext uri="{9D8B030D-6E8A-4147-A177-3AD203B41FA5}">
                      <a16:colId xmlns:a16="http://schemas.microsoft.com/office/drawing/2014/main" val="1006590330"/>
                    </a:ext>
                  </a:extLst>
                </a:gridCol>
              </a:tblGrid>
              <a:tr h="371078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Item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Description</a:t>
                      </a:r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784443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737699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5115357"/>
                  </a:ext>
                </a:extLst>
              </a:tr>
              <a:tr h="371078"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4" marR="91434" marT="45749" marB="4574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1331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D59D81C-EBD5-0145-9EC0-9360D14FE894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7F6BB6-1939-B848-A3C4-83623B25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90343-384A-D548-87CE-4BC61986E9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9698" name="Title 1">
            <a:extLst>
              <a:ext uri="{FF2B5EF4-FFF2-40B4-BE49-F238E27FC236}">
                <a16:creationId xmlns:a16="http://schemas.microsoft.com/office/drawing/2014/main" id="{C2BCE7AE-F503-2E44-AF50-6B5DD5AFE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29699" name="Title 1">
            <a:extLst>
              <a:ext uri="{FF2B5EF4-FFF2-40B4-BE49-F238E27FC236}">
                <a16:creationId xmlns:a16="http://schemas.microsoft.com/office/drawing/2014/main" id="{DAC7401B-A77A-8E42-A658-98E2CC790ED4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62BDAB7-321D-6F4B-87EB-F29EBD67AB4C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85B563-AF52-CC4F-87D9-2D9F86AE0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6C7ADE3-964F-DA43-9C9E-9A1E52862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5E29F9-3782-1D4C-A672-75BED5997E51}"/>
              </a:ext>
            </a:extLst>
          </p:cNvPr>
          <p:cNvSpPr txBox="1">
            <a:spLocks/>
          </p:cNvSpPr>
          <p:nvPr/>
        </p:nvSpPr>
        <p:spPr bwMode="auto">
          <a:xfrm>
            <a:off x="1452562" y="1657350"/>
            <a:ext cx="7062787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FFC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System Design: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87554-25C3-DE40-9C78-765CFAABA627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CDE7823-DF97-294D-AF44-51E947651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649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System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2106387"/>
            <a:ext cx="5351489" cy="34058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F3F72-C55A-324D-8F38-75E331CD77D1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E8E0DD-CE92-F242-AC4E-A2F46DE1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8036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Use case diagram (main)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2106387"/>
            <a:ext cx="5351489" cy="34058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F16B5-34CF-2247-A87A-F53F49C5B6F7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E6BAD-9355-DA4A-AC1E-293E60EE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806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Sequence diagram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2106387"/>
            <a:ext cx="5351489" cy="34058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B0AA79-7978-A843-AC3B-2410D3C361F1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4DAC74-7D7C-0041-819C-BF32837D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462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6C7ADE3-964F-DA43-9C9E-9A1E528628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52563" y="2808288"/>
            <a:ext cx="7062787" cy="3368675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endParaRPr lang="en-US" altLang="en-US" dirty="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15E29F9-3782-1D4C-A672-75BED5997E51}"/>
              </a:ext>
            </a:extLst>
          </p:cNvPr>
          <p:cNvSpPr txBox="1">
            <a:spLocks/>
          </p:cNvSpPr>
          <p:nvPr/>
        </p:nvSpPr>
        <p:spPr bwMode="auto">
          <a:xfrm>
            <a:off x="1452562" y="1657350"/>
            <a:ext cx="7062787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3200" b="1" dirty="0">
                <a:solidFill>
                  <a:srgbClr val="FFC000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System Interfaces: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B804C-88A8-7046-88DB-40E6F073F148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DF6ECC-8D13-6047-925E-1E48B684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96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56DEA54F-8C78-8E4D-B8CA-766E79F15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465A0785-7D50-B448-960D-9DD2EFFBD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62" y="5724528"/>
            <a:ext cx="7045325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 eaLnBrk="1" hangingPunct="1">
              <a:buFont typeface="Arial" panose="020B0604020202020204" pitchFamily="34" charset="0"/>
              <a:buNone/>
            </a:pPr>
            <a:r>
              <a:rPr lang="en-US" alt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</a:rPr>
              <a:t>Figure: Interface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0E3DF-3285-8944-A43C-3260C04F0830}"/>
              </a:ext>
            </a:extLst>
          </p:cNvPr>
          <p:cNvSpPr/>
          <p:nvPr/>
        </p:nvSpPr>
        <p:spPr>
          <a:xfrm>
            <a:off x="2128603" y="2106387"/>
            <a:ext cx="5351489" cy="34058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F471507-6D44-5543-9306-5485376F3271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 dirty="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(7) Initial Finding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B8DAF-AE45-9C47-BB44-62ABB99E187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EAA06-374C-3F42-8671-BD37DABA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43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2A24C-2456-7344-B57A-FABF57DF21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0722" name="Title 1">
            <a:extLst>
              <a:ext uri="{FF2B5EF4-FFF2-40B4-BE49-F238E27FC236}">
                <a16:creationId xmlns:a16="http://schemas.microsoft.com/office/drawing/2014/main" id="{4249AFB7-3615-A244-84D8-E64241C4B0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30723" name="Title 1">
            <a:extLst>
              <a:ext uri="{FF2B5EF4-FFF2-40B4-BE49-F238E27FC236}">
                <a16:creationId xmlns:a16="http://schemas.microsoft.com/office/drawing/2014/main" id="{E374E312-2BA1-F346-B09C-108A913F8760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(8) PSM2 Planning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A183864-A51D-B349-9A64-B2FF9F065F7C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F06B58-C939-2648-BE62-66A68FFB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FD23EB-BD91-4740-BD79-FEADEA59A7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1825625"/>
            <a:ext cx="7029450" cy="4351338"/>
          </a:xfrm>
        </p:spPr>
        <p:txBody>
          <a:bodyPr/>
          <a:lstStyle/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Text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eaLnBrk="1" hangingPunct="1">
              <a:spcAft>
                <a:spcPts val="1000"/>
              </a:spcAft>
            </a:pPr>
            <a:r>
              <a:rPr lang="en-US" altLang="en-US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eaLnBrk="1" hangingPunct="1">
              <a:spcAft>
                <a:spcPts val="1000"/>
              </a:spcAft>
            </a:pPr>
            <a:endParaRPr lang="en-US" altLang="en-US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1746" name="Title 1">
            <a:extLst>
              <a:ext uri="{FF2B5EF4-FFF2-40B4-BE49-F238E27FC236}">
                <a16:creationId xmlns:a16="http://schemas.microsoft.com/office/drawing/2014/main" id="{F1012C0B-A70B-7A48-96C5-1E9CADB4F9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31747" name="Title 1">
            <a:extLst>
              <a:ext uri="{FF2B5EF4-FFF2-40B4-BE49-F238E27FC236}">
                <a16:creationId xmlns:a16="http://schemas.microsoft.com/office/drawing/2014/main" id="{056DD253-C6B2-E14C-9E0A-506E0530104F}"/>
              </a:ext>
            </a:extLst>
          </p:cNvPr>
          <p:cNvSpPr txBox="1">
            <a:spLocks/>
          </p:cNvSpPr>
          <p:nvPr/>
        </p:nvSpPr>
        <p:spPr bwMode="auto">
          <a:xfrm>
            <a:off x="628650" y="587375"/>
            <a:ext cx="78867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eaLnBrk="1" hangingPunct="1">
              <a:spcBef>
                <a:spcPct val="0"/>
              </a:spcBef>
              <a:buFontTx/>
              <a:buNone/>
            </a:pPr>
            <a:r>
              <a:rPr lang="en-US" altLang="en-US" sz="4000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(9) Conclusion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7AA6AF-1BF4-914B-A3FD-EF6F5734C92B}"/>
              </a:ext>
            </a:extLst>
          </p:cNvPr>
          <p:cNvCxnSpPr>
            <a:cxnSpLocks/>
          </p:cNvCxnSpPr>
          <p:nvPr/>
        </p:nvCxnSpPr>
        <p:spPr>
          <a:xfrm>
            <a:off x="0" y="1625600"/>
            <a:ext cx="6972300" cy="0"/>
          </a:xfrm>
          <a:prstGeom prst="line">
            <a:avLst/>
          </a:prstGeom>
          <a:ln w="38100">
            <a:solidFill>
              <a:srgbClr val="761D3E"/>
            </a:solidFill>
            <a:headEnd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953AD8E-84F6-C643-B80B-5E9E74C49BD2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81DC822-69BA-2C40-9607-646E41BB4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Content Placeholder 2">
            <a:extLst>
              <a:ext uri="{FF2B5EF4-FFF2-40B4-BE49-F238E27FC236}">
                <a16:creationId xmlns:a16="http://schemas.microsoft.com/office/drawing/2014/main" id="{73C92131-254C-0345-9D75-397BF2A737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2662238"/>
            <a:ext cx="9144000" cy="833437"/>
          </a:xfrm>
        </p:spPr>
        <p:txBody>
          <a:bodyPr/>
          <a:lstStyle/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en-US" sz="4000">
                <a:latin typeface="Microsoft Sans Serif" panose="020B0604020202020204" pitchFamily="34" charset="0"/>
                <a:cs typeface="Microsoft Sans Serif" panose="020B0604020202020204" pitchFamily="34" charset="0"/>
              </a:rPr>
              <a:t>Thank You</a:t>
            </a: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en-US" sz="400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r>
              <a:rPr lang="en-US" altLang="en-US" sz="4000">
                <a:latin typeface="Microsoft Sans Serif" panose="020B0604020202020204" pitchFamily="34" charset="0"/>
                <a:cs typeface="Microsoft Sans Serif" panose="020B0604020202020204" pitchFamily="34" charset="0"/>
              </a:rPr>
              <a:t> </a:t>
            </a: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altLang="en-US" sz="400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altLang="en-US" sz="400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  <a:p>
            <a:pPr marL="0" indent="0" algn="ctr" eaLnBrk="1" hangingPunct="1">
              <a:spcAft>
                <a:spcPts val="1000"/>
              </a:spcAft>
              <a:buFont typeface="Arial" panose="020B0604020202020204" pitchFamily="34" charset="0"/>
              <a:buNone/>
            </a:pPr>
            <a:endParaRPr lang="en-US" altLang="en-US" sz="4000"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32770" name="Title 1">
            <a:extLst>
              <a:ext uri="{FF2B5EF4-FFF2-40B4-BE49-F238E27FC236}">
                <a16:creationId xmlns:a16="http://schemas.microsoft.com/office/drawing/2014/main" id="{70CC7C4A-AD34-0144-8BB1-22D2019D4B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587375"/>
            <a:ext cx="7886700" cy="768350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chemeClr val="bg1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(1) Introduction</a:t>
            </a:r>
          </a:p>
        </p:txBody>
      </p:sp>
      <p:sp>
        <p:nvSpPr>
          <p:cNvPr id="32771" name="Title 1">
            <a:extLst>
              <a:ext uri="{FF2B5EF4-FFF2-40B4-BE49-F238E27FC236}">
                <a16:creationId xmlns:a16="http://schemas.microsoft.com/office/drawing/2014/main" id="{88EE2CEE-4C83-B248-8CB3-D1F4F523AF2F}"/>
              </a:ext>
            </a:extLst>
          </p:cNvPr>
          <p:cNvSpPr txBox="1">
            <a:spLocks/>
          </p:cNvSpPr>
          <p:nvPr/>
        </p:nvSpPr>
        <p:spPr bwMode="auto">
          <a:xfrm>
            <a:off x="0" y="3241675"/>
            <a:ext cx="914400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defTabSz="914400"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rgbClr val="76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(Question &amp; Answer)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1BB666-D3E5-8D41-9641-4B39428F08AA}"/>
              </a:ext>
            </a:extLst>
          </p:cNvPr>
          <p:cNvSpPr txBox="1"/>
          <p:nvPr/>
        </p:nvSpPr>
        <p:spPr>
          <a:xfrm>
            <a:off x="1588958" y="648442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771D3E"/>
                </a:solidFill>
                <a:latin typeface="Microsoft Sans Serif" panose="020B0604020202020204" pitchFamily="34" charset="0"/>
                <a:cs typeface="Microsoft Sans Serif" panose="020B0604020202020204" pitchFamily="34" charset="0"/>
              </a:rPr>
              <a:t>PSM 1</a:t>
            </a:r>
            <a:endParaRPr lang="en-US" b="1" dirty="0">
              <a:solidFill>
                <a:srgbClr val="771D3E"/>
              </a:solidFill>
              <a:latin typeface="Microsoft Sans Serif" panose="020B0604020202020204" pitchFamily="34" charset="0"/>
              <a:cs typeface="Microsoft Sans Serif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33D9BC-99F5-E741-B9F4-3D0726A52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F56E91-8DD8-CB4F-8717-4B202AE4310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</TotalTime>
  <Words>567</Words>
  <Application>Microsoft Office PowerPoint</Application>
  <PresentationFormat>On-screen Show (4:3)</PresentationFormat>
  <Paragraphs>206</Paragraphs>
  <Slides>31</Slides>
  <Notes>2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Microsoft Sans Serif</vt:lpstr>
      <vt:lpstr>Office Theme</vt:lpstr>
      <vt:lpstr>PowerPoint Presentation</vt:lpstr>
      <vt:lpstr>Presentation Outlines</vt:lpstr>
      <vt:lpstr>PowerPoint Presentation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  <vt:lpstr>(1) Introduction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acidfed</dc:creator>
  <cp:lastModifiedBy>Aisyah Umairah</cp:lastModifiedBy>
  <cp:revision>31</cp:revision>
  <dcterms:created xsi:type="dcterms:W3CDTF">2019-01-07T08:53:08Z</dcterms:created>
  <dcterms:modified xsi:type="dcterms:W3CDTF">2026-06-21T11:51:26Z</dcterms:modified>
</cp:coreProperties>
</file>